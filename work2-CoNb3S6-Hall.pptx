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各位专家好，这是我的第二个工作。我们在手性反铁磁材料CoNb3S6中发现了拓扑三阶非线性霍尔效应。这是一个全新的物理发现。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线性霍尔效应是近年来量子材料研究的热点。二阶非线性霍尔已有较多研究，但三阶非线性霍尔在复杂磁性体系中研究较少。CoNb3S6是手性反铁磁材料，具有all-in-all-out非共面磁结构，是研究三阶非线性输运的理想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通过对称性分析，我们发现一个关键结果：在磁点群32'下，所有二阶非线性电导张量分量均被严格禁止。但三阶响应是允许的！这意味着在CoNb3S6中，我们只能观测到三阶非线性霍尔效应，而不是二阶。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我们发展了一套非线性输运测量技术。使用交流锁相方法，在施加基频电流的同时，分别检测一阶和三阶信号。场冷处理用于控制磁化方向，获得单畴磁结构。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首先回顾一阶拓扑霍尔效应。在反铁磁有序相中，我们观测到显著的拓扑霍尔效应。这来源于all-in-all-out非共面磁结构产生的标量自旋手性，等效于一个规范场，使电子获得贝里相位。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这是本工作的核心发现。首先，我们确认二阶响应被严格禁止，符合对称性分析。最重要的是，我们在反铁磁有序相中观测到显著的三阶非线性霍尔效应，并在接近反铁磁转变温度时观测到独特的符号翻转现象。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阶非线性霍尔效应的物理起源是贝里曲率四极矩。all-in-all-out非共面磁结构产生标量自旋手性，等效于规范场，使电子获得几何相位，形成贝里曲率分布。贝里曲率的各向异性分布用四极矩描述，驱动三阶响应。关键是这一机制不需要自旋轨道耦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通过紧束缚模型和DFT计算，我们验证了物理机制。关键发现是：不需要自旋轨道耦合，仅靠磁结构就能产生BCQ和三阶响应。符号翻转来源于能带重构导致的BCQ演化。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与其他材料体系相比，CoNb3S6具有独特优势。二阶响应被禁止使我们能单独研究三阶效应。不需要SOC使物理机制更清晰。独特的符号翻转现象揭示了三阶响应对磁性演化的敏感性。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总结工作二的主要成果。我们在CoNb3S6中首次发现手性反铁磁的三阶非线性霍尔效应，确定了BCQ的物理机制，并发现了独特的符号翻转现象。这一工作丰富了拓扑输运现象的类型。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该工作目前正在投稿中。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工作二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5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手性反铁磁CoNb₃S₆中的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拓扑三阶非线性霍尔效应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4000000"/>
            <a:ext cx="3000000" cy="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4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Topological Third-Order Nonlinear Hall Effect in Chiral Antiferromagnet CoNb₃S₆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5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000" b="0">
                <a:solidFill>
                  <a:srgbClr val="E0E0E0"/>
                </a:solidFill>
              </a:defRPr>
            </a:pPr>
            <a:r>
              <a:t>答辩人：杨浩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59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导师：许祝安 教授、李林军 副教授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非线性霍尔效应与量子几何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非线性霍尔效应：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霍尔电压与电流的非线性关系：V_H ∝ I^n (n &gt; 1)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量子几何张量的体现：贝里曲率 + 量子度规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二阶非线性霍尔：贝里曲率偶极、量子度规偶极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三阶非线性霍尔：贝里曲率四极矩（研究较少）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CoNb₃S₆ 材料特点：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手性晶体结构：空间群 P6₃22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Co原子插层于2H-NbS₂层间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破缺空间反演对称性和镜面对称性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反铁磁转变温度 T_N = 29 K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all-in-all-out 非共面磁结构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磁点群 32'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此前发现：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拓扑霍尔效应、拓扑能斯特效应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显著的反常霍尔效应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对称性分析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二阶响应被禁止，三阶响应允许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磁点群 32' 的对称性：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时间反演对称性：破缺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反铁磁有序破坏时间反演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但净磁矩为零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空间反演对称性：破缺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手性晶体结构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磁点群操作：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三重旋转轴 C₃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二重旋转轴 C₂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时间反演 T（prime）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对称性约束下的电导张量：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一阶（线性）响应：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σ_xy ≠ 0 ✓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允许拓扑霍尔效应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二阶响应：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对称性分析：所有分量 σ_abc = 0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二阶非线性霍尔被严格禁止 ✗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三阶响应：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σ_xxxx, σ_yyyy 等非零 ✓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三阶非线性霍尔允许！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这是本工作的关键发现：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二阶被禁止 → 三阶才可能观测！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实验方法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非线性输运测量技术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样品制备：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化学气相输运法（CVT）：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原料：Co + Nb + 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配比：1:3:6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高质量单晶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微纳器件加工：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电子束光刻（EBL）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标准霍尔构型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电压/电流探针布局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测量技术：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交流锁相方法：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基频：13.33 Hz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同时检测一阶和三阶信号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一阶：频率 f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三阶：频率 3f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场冷处理（FC）：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控制磁化方向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单畴磁结构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测量条件：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温度：2 - 300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磁场：± 14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3900000"/>
            <a:ext cx="11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关键创新：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同时测量一阶、二阶、三阶响应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通过锁相技术分离不同阶次的信号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高灵敏度的非线性信号检测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一阶拓扑霍尔效应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反铁磁有序相中的拓扑响应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实验观测：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霍尔电阻率 ρ_xy(B)：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非线性磁场依赖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反对称曲线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T &lt; T_N = 29 K 出现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拓扑霍尔效应分离：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ρ_xy = ρ_NHE + ρ_AHE + ρ_THE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正常霍尔 ρ_NHE ∝ B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反常霍尔 ρ_AHE ∝ 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拓扑霍尔 ρ_THE ∝ 标量自旋手性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标量自旋手性：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χ = S₁·(S₂ × S₃)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all-in-all-out磁结构：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非共面自旋排列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产生有限χ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等效规范场 B_eff ∝ 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贝里相位：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电子在非共面磁结构中运动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获得几何相位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产生拓扑霍尔效应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温度依赖：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T &gt; T_N: 拓扑霍尔消失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T &lt; T_N: 显著增强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三阶非线性霍尔效应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核心发现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三阶霍尔电导率：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σ_xxx^(3) ∝ V_3f / I³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关键发现：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1. 反铁磁有序相中出现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显著的三阶非线性霍尔响应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2. 二阶响应被严格禁止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实验观测：σ^(2) = 0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对称性分析验证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3. 温度依赖明显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T &gt; T_N: 三阶信号消失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T &lt; T_N: 显著增强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4. 符号翻转现象！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在 T = 24-25 K 附近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（低于 T_N = 29 K）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三阶霍尔信号出现符号翻转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这是非常独特的现象！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不同于其他体系的机制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意义：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三阶响应对磁性演化更敏感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能带重构导致贝里曲率四极矩变化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新的物理机制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物理机制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贝里曲率四极矩 (BCQ)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贝里曲率四极矩：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定义：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D_ab = ∫ dk Ω_a(k) · Ω_b(k) · f(k)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其中 Ω(k) 是贝里曲率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三阶霍尔电导率：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σ_xxx^(3) ∝ e⁴τ³/ℏ³ · D_xx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物理图像：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贝里曲率在动量空间分布不均匀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四极矩描述其分布的各向异性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驱动三阶非线性响应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all-in-all-out磁结构的作用：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非共面磁结构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标量自旋手性 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等效规范场 B_eff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几何相位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贝里曲率 Ω(k)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贝里曲率四极矩 D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三阶非线性霍尔效应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关键：不需要SOC！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与磁结构的关联：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磁有序决定BCQ强度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温度演化导致符号翻转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理论建模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紧束缚模型与DFT计算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紧束缚模型：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哈密顿量：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H = H_kin + H_ex + H_SOC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H_ex: 交换作用（all-in-all-out）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H_SOC: 自旋轨道耦合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计算结果：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1. 不考虑SOC：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仍能产生BCQ和三阶响应！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2. 考虑SOC：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BCQ略有增强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但非必需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结论：磁结构是主要贡献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符号翻转的解释：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能带重构：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温度接近 T_N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磁有序减弱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能带结构演化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BCQ演化：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费米面变化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贝里曲率分布变化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BCQ可能改变符号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与实验一致：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翻转发生在24-25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低于 T_N = 29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三阶响应对磁性敏感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比线性响应更敏感！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与其他体系对比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CoNb₃S₆的独特性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其他材料中的三阶非线性霍尔效应：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MnBi₂Te₄（反铁磁拓扑绝缘体）：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量子度规贡献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需要强SOC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FeSn（笼目反铁磁）：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贝里曲率贡献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能带平带效应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CoNb₃S₆ 的独特性：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1. 二阶响应被严格禁止（对称性）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→ 单独观测三阶响应的机会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2. 不需要SOC（磁结构主导）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→ 物理机制更清晰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3. 净磁矩为零（反铁磁）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→ 磁性背景干净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4. 独特的符号翻转现象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→ 三阶响应对磁性演化的敏感性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意义：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为理解磁性体系中贝里曲率高阶多极矩的物理效应提供了新视角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工作二总结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000000"/>
            <a:ext cx="11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主要成果：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1. 发现三阶非线性霍尔效应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反铁磁有序相中显著出现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二阶响应被对称性禁止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2. 确定物理机制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贝里曲率四极矩（BCQ）驱动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all-in-all-out磁结构产生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不需要SOC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3. 观测到独特现象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接近T_N时符号翻转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三阶响应对磁性更敏感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创新点：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首次在手性反铁磁中发现三阶非线性霍尔效应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首次证明BCQ可以不需要SOC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发现独特的符号翻转现象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意义：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丰富了拓扑输运现象的类型，为理解贝里曲率高阶多极矩提供了新视角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研究成果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0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论文状态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Topological Third-Order Nonlinear Hall Effect 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in Chiral Antiferromagnet CoNb₃S₆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在投/待发表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第一作者：杨浩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