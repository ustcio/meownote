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各位专家好，这是我的第四个工作。我们利用二维平带量子材料Nb3I8，实现了自适应黑体敏感的宽带红外探测器。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红外探测器在光通信、夜视成像、气体检测等领域有重要应用。现有技术存在低温工作、响应慢、带宽有限等问题。二维材料为下一代红外探测提供了新机遇。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飞蛾拥有全天候自适应感知系统：白天用复眼探测反射光，夜晚用触角感知热辐射。这启发我们设计双机制探测器：光电导机制处理短波，热辐射机制处理长波。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Nb3I8具有呼吸笼目晶格结构。这种特殊的晶格结构导致对称性破缺，狄拉克点打开能隙，形成半导体。我们通过CVT方法生长了高质量单晶。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Nb3I8的电子能带具有平坦特征。这来源于笼目晶格中电子的量子干涉相消。平带意味着高态密度，增强了光吸收截面，特别有利于短波红外探测。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Nb3I8不仅电子能带平坦，声子能带也平坦。声子平带意味着低群速度和低热导率。我们测得室温热导率仅1.12 W/(m·K)，这导致高热局域化效应。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核心创新是利用电子平带和声子平带的协同效应。电子平带增强短波红外吸收，声子平带增强长波热辐射响应。两者结合实现2.5到20微米的超宽带探测。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探测器性能优异。光谱响应覆盖2.5到20微米，探测率高达6.4×10^13 Jones。能够在室温下探测500K黑体辐射。响应时间在毫秒量级。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我们演示了自适应单像素成像。白天模式用SWIR反射光成像路障，夜晚模式用热辐射被动成像电烙铁和螺旋线。这展示了全天候探测能力。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总结工作四的主要成果。我们发现Nb3I8具有电子平带和声子平带，利用两者的协同效应实现了2.5到20微米的超宽带红外探测。室温工作，可探测500K黑体辐射。演示了自适应全天候成像。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该工作目前正在投稿中。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工作四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1500000"/>
            <a:ext cx="10500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基于Nb₃I₈的自适应黑体敏感的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2700000"/>
            <a:ext cx="10500000" cy="1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宽带红外探测器</a:t>
            </a:r>
          </a:p>
        </p:txBody>
      </p:sp>
      <p:sp>
        <p:nvSpPr>
          <p:cNvPr id="8" name="Rectangle 7"/>
          <p:cNvSpPr/>
          <p:nvPr/>
        </p:nvSpPr>
        <p:spPr>
          <a:xfrm>
            <a:off x="800000" y="4000000"/>
            <a:ext cx="3000000" cy="4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0000" y="4200000"/>
            <a:ext cx="8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Adaptive Blackbody-Sensitive Ultra-Broadband Infrared Photodetector Based on Nb₃I₈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5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000" b="0">
                <a:solidFill>
                  <a:srgbClr val="E0E0E0"/>
                </a:solidFill>
              </a:defRPr>
            </a:pPr>
            <a:r>
              <a:t>答辩人：杨浩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5900000"/>
            <a:ext cx="6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E0E0E0"/>
                </a:solidFill>
              </a:defRPr>
            </a:pPr>
            <a:r>
              <a:t>导师：许祝安 教授、李林军 副教授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研究背景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红外探测器的发展需求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红外探测器应用：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光通信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工业气体泄漏检测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夜视成像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大气监测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军事侦察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探测范围需求：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短波红外 SWIR：2.5 - 3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中波红外 MWIR：3 - 5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长波红外 LWIR：8 - 14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超长波红外 VLWIR：14 - 20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理想探测器：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全谱覆盖 + 室温工作 + 高响应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现有技术局限：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体材料探测器：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HgCdTe, InSb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低温工作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复杂生长工艺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高成本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热辐射计：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VOx, 非晶硅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室温宽带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响应时间慢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需要热桥结构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二维材料优势：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无悬挂键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无晶格失配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尺寸/重量/功耗低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可控生长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现有二维材料：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黑磷/黑砷：MWIR有限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需要更宽带宽的材料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仿生设计理念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飞蛾的感知系统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飞蛾的全天候感知：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白天模式：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复眼探测阳光（高温黑体辐射）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主动光学成像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反射光探测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夜晚模式：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触角感知目标热辐射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被动热成像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黑体辐射敏感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启发：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自适应双机制探测器：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光电导机制（SWIR）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热辐射机制（MWIR-VLWIR）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实现：白天主动成像 + 夜晚被动探测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我们的设计：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利用Nb₃I₈的电子平带和声子平带，实现双重机制的超宽带探测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Nb₃I₈材料体系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呼吸笼目晶格半导体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晶体结构：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空间群：R3̅m (No. 166)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三角晶系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晶格常数：a = b = 7.60 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         c = 41.715 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层状结构，弱范德华键连接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呼吸笼目晶格：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Nb原子形成笼目晶格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键长交替：呼吸模式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对称破缺导致狄拉克点打开能隙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生长方法：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化学气相输运法（CVT）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Nb + I (化学计量比)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655 - 650°C 温度梯度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片状单晶 5×5 mm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材料表征：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XRD：确认晶体结构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EDS：Nb:I ≈ 3:7.98（接近3:8）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SEM：层状结构明显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AC-HAADF-STEM：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直接观察呼吸笼目结构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与示意图一致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拉曼光谱：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多支声子模式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无杂峰（高纯度）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光学吸收：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两个吸收峰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与平带跃迁相关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电子平带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高态密度增强光吸收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DFT计算：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能带结构：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平坦的价带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平坦的导带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能隙 ~ 1 eV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平带起源：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笼目晶格中的电子相消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量子干涉效应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能带色散极小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高态密度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电子局域化增强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DOS特征：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费米能级附近峰值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高光吸收截面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ARPES验证：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测量温度：305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光子能量：21.2 eV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观测结果：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价带平坦特征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与DFT计算一致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偶极跃迁矩阵元：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从价带到导带：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VB1/2/3 → CB1/2/3（低能跃迁）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VB1/2/3 → CB4/5/6（高能跃迁）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跃迁强度：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SWIR区域强跃迁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对应平带间跃迁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光吸收谱：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两个峰对应平带跃迁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向带隙缓慢衰减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声子平带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低热导率与高热局域化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声子色散：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DFT计算：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存在平坦的声子支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低频区域尤为明显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平带含义：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低声子群速度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声子局域化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低热导率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热导率测量：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悬浮热桥法：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温度范围：200 - 300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真空条件：&lt; 10⁻³ Pa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结果：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κ = 1.12 W/(m·K) @ 室温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极低的热导率！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物理意义：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热输运：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κ = (1/3) C_v v_s l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其中：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C_v: 比热容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v_s: 声子群速度（低！）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l: 平均自由程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声子平带 → 低v_s → 低κ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热局域化效应：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光生载流子产生的热量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难以扩散出去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在器件区域局域化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增强热辐射响应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对探测器的好处：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MWIR-VLWIR响应增强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黑体辐射敏感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协同机制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电子平带 + 声子平带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双机制探测：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短波红外（SWIR）：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光电导机制主导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光子能量 &gt; 能隙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激发电子-空穴对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改变电导率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电子平带作用：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高态密度 → 高光吸收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平带间跃迁增强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SWIR响应增强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中波-超长波红外（MWIR-VLWIR）：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热辐射机制主导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光子能量 &lt; 能隙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晶格吸收产热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热电效应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声子平带作用：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低热导率 → 热局域化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温度变化显著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热辐射响应增强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协同效应：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电子平带 → 增强光吸收（SWIR）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            +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声子平带 → 增强热响应（MWIR-VLWIR）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                =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超宽带探测（2.5 - 20 µm）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关键创新：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首次利用电子平带和声子平带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协同实现超宽带红外探测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探测器性能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宽谱响应与黑体探测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50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光谱响应：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波长范围：2.5 - 20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SWIR：2.5 - 3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MWIR：3 - 5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LWIR：8 - 14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VLWIR：14 - 20 µm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响应度：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峰值：~ 10² A/W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宽带平坦响应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探测率：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D* ~ 6.4 × 10¹³ Jones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高于许多二维材料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噪声电流：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低噪声特性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适合弱信号探测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1200000"/>
            <a:ext cx="5800000" cy="4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黑体响应：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黑体温度：500 K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室温下可探测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无需制冷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响应谱：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FTIR测量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2.5 - 20 µm 全覆盖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响应时间：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热响应时间 τ：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可调（通过频率）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典型值：ms量级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与其他材料对比：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优于黑磷（带宽更宽）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优于VOx（响应更快）</a:t>
            </a:r>
          </a:p>
          <a:p>
            <a:pPr algn="l">
              <a:spcBef>
                <a:spcPts val="600"/>
              </a:spcBef>
              <a:defRPr sz="1800" b="0">
                <a:solidFill>
                  <a:srgbClr val="444444"/>
                </a:solidFill>
              </a:defRPr>
            </a:pPr>
            <a:r>
              <a:t>• 室温工作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单像素成像演示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750000"/>
            <a:ext cx="110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400" b="1">
                <a:solidFill>
                  <a:srgbClr val="1A4B8C"/>
                </a:solidFill>
              </a:defRPr>
            </a:pPr>
            <a:r>
              <a:t>白天主动 + 夜晚被动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00" y="1200000"/>
            <a:ext cx="11000000" cy="5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实验设计：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两个线性位移台扫描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逐点测量光响应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重建二维图像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主动成像（白天模式）：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SWIR激光照射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N-BK7透镜聚焦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反射光成像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目标："路障"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被动成像（夜晚模式）：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目标自身热辐射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ZnSe透镜收集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黑体辐射成像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目标："电烙铁"、"螺旋线"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结果：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成功实现：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白天：SWIR反射成像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• 夜晚：热辐射被动成像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意义：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首次在二维材料中实现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室温超宽带黑体敏感探测</a:t>
            </a:r>
          </a:p>
          <a:p>
            <a:pPr algn="l">
              <a:spcBef>
                <a:spcPts val="800"/>
              </a:spcBef>
              <a:defRPr sz="2000" b="0">
                <a:solidFill>
                  <a:srgbClr val="444444"/>
                </a:solidFill>
              </a:defRPr>
            </a:pPr>
            <a:r>
              <a:t>自适应全天候成像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0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0000" y="50000"/>
            <a:ext cx="11000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3600" b="1">
                <a:solidFill>
                  <a:srgbClr val="003366"/>
                </a:solidFill>
              </a:defRPr>
            </a:pPr>
            <a:r>
              <a:t>工作四总结</a:t>
            </a:r>
          </a:p>
        </p:txBody>
      </p:sp>
      <p:sp>
        <p:nvSpPr>
          <p:cNvPr id="6" name="Rectangle 5"/>
          <p:cNvSpPr/>
          <p:nvPr/>
        </p:nvSpPr>
        <p:spPr>
          <a:xfrm>
            <a:off x="500000" y="700000"/>
            <a:ext cx="1500000" cy="4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0000" y="1000000"/>
            <a:ext cx="11000000" cy="5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主要成果：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1. 发现Nb₃I₈的平带特性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电子平带：高态密度，增强SWIR吸收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声子平带：低热导率（1.12 W/m·K），高热局域化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2. 实现超宽带探测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响应范围：2.5 - 20 µm（SWIR到VLWIR）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探测率：D* ~ 6.4 × 10¹³ Jones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室温工作，无需制冷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3. 双机制协同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光电导（SWIR）+ 热辐射（MWIR-VLWIR）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电子平带 + 声子平带协同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4. 自适应成像演示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白天：主动SWIR反射成像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   • 夜晚：被动热辐射成像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创新点：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• 首次利用电子/声子双平带协同实现超宽带探测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• 首次在二维材料中实现室温黑体敏感超宽带探测</a:t>
            </a: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</a:p>
          <a:p>
            <a:pPr algn="l">
              <a:spcBef>
                <a:spcPts val="700"/>
              </a:spcBef>
              <a:defRPr sz="1900" b="0">
                <a:solidFill>
                  <a:srgbClr val="444444"/>
                </a:solidFill>
              </a:defRPr>
            </a:pPr>
            <a:r>
              <a:t>意义：为高性能红外光电器件设计提供新思路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2000" cy="130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0000" y="100000"/>
            <a:ext cx="4000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  <a:defRPr sz="2200" b="1">
                <a:solidFill>
                  <a:srgbClr val="FFD700"/>
                </a:solidFill>
              </a:defRPr>
            </a:pPr>
            <a:r>
              <a:t>研究成果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0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4400" b="1">
                <a:solidFill>
                  <a:srgbClr val="FFFFFF"/>
                </a:solidFill>
              </a:defRPr>
            </a:pPr>
            <a:r>
              <a:t>论文状态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700000"/>
            <a:ext cx="105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Blackbody-Sensitive Adaptive Ultra-Broadband Infrared 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Photodetector Based on Nb₃I₈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在投/待发表</a:t>
            </a: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</a:p>
          <a:p>
            <a:pPr algn="ctr">
              <a:spcBef>
                <a:spcPts val="600"/>
              </a:spcBef>
              <a:defRPr sz="2400" b="0">
                <a:solidFill>
                  <a:srgbClr val="E0E0E0"/>
                </a:solidFill>
              </a:defRPr>
            </a:pPr>
            <a:r>
              <a:t>第一作者：杨浩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00000" y="6450000"/>
            <a:ext cx="500000" cy="3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600"/>
              </a:spcBef>
              <a:defRPr sz="1400" b="0">
                <a:solidFill>
                  <a:srgbClr val="E0E0E0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