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各位专家好，这是我的第三个工作。我们在同一个CoNb3S6体系中研究了声子动力学，发现了手性声子和巨大的磁光拉曼效应。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声子动力学是近年来的研究热点。在某些体系中，声子可以获得手性，即非零角动量。此外，磁场下的磁光拉曼效应也有重要研究价值。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CoNb3S6是研究声子动力学的理想平台。其手性晶体结构可能产生手性声子，反铁磁有序破坏时间反演对称性，非共面磁结构与声子可能存在耦合。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我们使用532nm激光进行拉曼光谱测量。关键是通过四分之一波片实现螺旋度分辨测量，以探测手性声子。磁场最高12特斯拉，温度最低5K。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我们在CoNb3S6中探测到6支拉曼活性声子模式。其中4支是线性声子，2支是手性声子。DFT计算验证了声子频率，并揭示了手性声子的振动特征。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螺旋度分辨拉曼揭示了手性声子的独特性质。手性声子能够翻转入射光的圆偏振态，而线性声子则不具备这一能力。这是首次在同一体系中对比两类声子的行为。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线性声子A11表现出巨大的磁光拉曼效应。在12特斯拉磁场下，偏振旋转角度高达80度。这是由于洛伦兹力调制振荡偶极子的振动方向导致的。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与线性声子不同，手性声子在高达12特斯拉磁场下既没有能量分裂，也没有偏振旋转。这可能与CoNb3S6的强反铁磁背景和极小的净磁矩有关。这提供了一个稳定的手性声子平台。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变温拉曼光谱显示，声子频率和线宽的温度依赖可以用标准的非谐模型描述，没有观察到与反铁磁有序相关的异常。这可能与CoNb3S6极弱的磁矩有关。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总结工作三的主要成果。我们在CoNb3S6中发现了6支声子模式，其中2支是手性声子。线性声子表现出巨大的磁光拉曼效应，而手性声子则提供了一个稳定的平台。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该工作目前正在投稿中。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0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200" b="1">
                <a:solidFill>
                  <a:srgbClr val="FFD700"/>
                </a:solidFill>
              </a:defRPr>
            </a:pPr>
            <a:r>
              <a:t>工作三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15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手性反铁磁CoNb₃S₆中的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手性声子与巨大的磁光拉曼效应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4000000"/>
            <a:ext cx="3000000" cy="4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420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E0E0E0"/>
                </a:solidFill>
              </a:defRPr>
            </a:pPr>
            <a:r>
              <a:t>Chiral Phonons and Giant Magneto-Optical Raman Effect in Chiral Antiferromagnet CoNb₃S₆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5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000" b="0">
                <a:solidFill>
                  <a:srgbClr val="E0E0E0"/>
                </a:solidFill>
              </a:defRPr>
            </a:pPr>
            <a:r>
              <a:t>答辩人：杨浩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59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E0E0E0"/>
                </a:solidFill>
              </a:defRPr>
            </a:pPr>
            <a:r>
              <a:t>导师：许祝安 教授、李林军 副教授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研究背景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声子动力学与磁光效应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声子的手性：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经典物理：晶格振动不携带角动量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近年发现：在特定体系中声子可获得非零角动量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手性声子的产生：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自旋-声子耦合 + 时间反演对称性破缺（磁性体系）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单层MoSe₂等非磁性材料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Fe₂Mo₃O₈亚铁磁态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手性声子的塞曼分裂：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机制一：声子驱动电子态绝热演化（轨道磁矩）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机制二：声子诱导电子能级混合（耦合增强）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磁光拉曼效应：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线偏振声子在磁场下的偏振旋转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CrBr₃、InSe、MoS₂等材料中报道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与电子能带结构相关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CoNb₃S₆材料体系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手性晶体与反铁磁结构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晶体结构：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空间群：P6₃22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六方晶系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Co原子插层于2H-NbS₂层间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手性晶体结构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磁性：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反铁磁转变 T_N ≈ 29 K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all-in-all-out 非共面磁结构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极小的本征铁磁分量（沿c轴）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时间反演对称性破缺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研究优势：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同一材料，多个物理问题：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工作二：三阶非线性霍尔效应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工作三：声子动力学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理想平台：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手性结构 → 手性声子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反铁磁序 → 时间反演破缺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非共面磁结构 → 与声子耦合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此前发现：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拓扑霍尔/能斯特效应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外尔点（ARPES验证）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拓扑磁光效应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实验方法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螺旋度分辨拉曼光谱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拉曼光谱测量：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激发光源：532 nm 连续波激光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物镜：50×（NA = 0.75）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光栅：1800 刻线/mm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探测器：液氮冷却CCD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滤光片：长通边缘滤光片（截止频率 ~70 cm⁻¹）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偏振配置：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线偏振：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• 入射偏振 e_i = (1, 0, 0)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• 散射偏振 e_s = (cos θ, sin θ, 0)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• XX（θ = 0°）和 XY（θ = 90°）构型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圆偏振（螺旋度分辨）：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• λ/4 波片快轴与偏振片成 45°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• (σ⁺σ⁻) 和 (σ⁺σ⁺) 构型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• 探测手性声子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磁场/温度依赖：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• 最高 12 T 磁场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444444"/>
                </a:solidFill>
              </a:defRPr>
            </a:pPr>
            <a:r>
              <a:t>• 最低 5 K 温度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声子模式识别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6支拉曼活性声子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实验观测（5 K, 0 T）：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线偏振拉曼光谱：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XX构型：4支模式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XY构型：信号较弱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振动模式：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线性声子（4支）：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A₁¹：~385 cm⁻¹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A₂¹：~330 cm⁻¹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E₂¹：~280 cm⁻¹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E₂²：~140 cm⁻¹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手性声子（2支）：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E₁²：~250 cm⁻¹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E₂²：~140 cm⁻¹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DFT计算验证：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声子色散关系：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所有声子频率与DFT计算一致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无虚频（结构稳定）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振动矢量分析：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线性声子 A₁¹, A₂¹：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S原子的面内剪切运动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不携带角动量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手性声子 E₁², E₂²：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S、Nb、Co协同振动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Co原子在面内圆周运动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具有非零角动量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手性来源：Co插层结构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理论计算由南京师范大学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张力发老师团队提供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手性声子特性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圆偏振态翻转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螺旋度分辨拉曼：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关键发现：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手性声子 E₁², E₂²：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(σ⁺σ⁻) 构型：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拉曼强度最大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手性声子活跃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(σ⁺σ⁺) 构型：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拉曼强度最小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手性声子被抑制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结论：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手性声子能够翻转入射光的圆偏振态！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来源：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手性声子携带非零赝角动量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与光子角动量交换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线性声子 A₁¹, A₂¹：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极坐标图：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XX → XY 过程中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强度连续减小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纺锤状分布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对偏振角度敏感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手性声子 E₁², E₂²：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极坐标图：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对偏振角度几乎不敏感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圆形分布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不依赖于线偏振方向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对比意义：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首次在同一体系中对比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线性声子和手性声子的行为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验证了手性声子的独特偏振特性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巨大的磁光拉曼效应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线性声子在磁场下的偏振旋转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实验观测：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线性声子 A₁¹：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磁场依赖：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0 T: 标准线偏振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3 T: 轻微旋转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6 T: 明显旋转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9 T: 大角度旋转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12 T: 旋转角达 80°！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这是巨大的磁光拉曼效应！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极坐标图：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拉曼强度分布随磁场旋转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最大强度方向连续变化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理论解释：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拉曼张量：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A₁ = [a    iβ    0]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 [-iβ   a    0]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 [0     0    b]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其中：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a, b: 磁场无关部分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β: 磁场相关参数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旋转角度：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θ ∝ β(B)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洛伦兹力机制：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振荡偶极子在外磁场中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洛伦兹力调制振动方向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导致散射光偏振旋转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理论拟合与实验符合较好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手性声子的磁场响应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与线性声子的对比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手性声子 E₁², E₂²：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磁场依赖（0 - 12 T）：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1. 能量分裂：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未观察到显著的能量分裂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2. 偏振旋转：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未观察到随磁场的旋转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即使在 12 T 高场下！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对比其他体系：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Fe₂Mo₃O₈ 铁磁态：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明显的能量分裂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Co₃Sn₂S₂ 铁磁态：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与磁化强度相关的分裂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CoNb₃S₆ 的特殊性：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为什么没有能量分裂？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可能原因：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1. 强反铁磁背景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• 净磁矩极小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• 对外场不敏感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2. 近似二次型声子色散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• 本征能量分裂小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• 低于仪器分辨率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3. 稳定的声子平台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• 手性声子能量不受磁环境影响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• 有利于器件应用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意义：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提供了稳定的手性声子平台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能量不受外场影响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温度依赖研究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声子与磁矩耦合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变温拉曼光谱：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温度范围：5 K - 300 K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观测模式：A₁¹ 和 E₂²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拉曼位移（频率）：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• 温度升高 → 频率红移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• 非谐模型拟合：ω(T) = ω₀ + A[1 + 2/(e^(ℏω₀/2k_BT) - 1)]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半高全宽（FWHM）：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• 温度升高 → 线宽展宽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• 非谐模型拟合：Γ(T) = Γ₀ + B[1 + 2/(e^(ℏω₀/2k_BT) - 1)]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关键发现：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拉曼位移和FWHM均未显示与反铁磁有序明显相关的异常行为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可能原因：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• CoNb₃S₆磁矩极弱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• 声子-磁矩耦合不明显</a:t>
            </a:r>
          </a:p>
          <a:p>
            <a:pPr algn="l">
              <a:spcBef>
                <a:spcPts val="800"/>
              </a:spcBef>
              <a:defRPr sz="1900" b="0">
                <a:solidFill>
                  <a:srgbClr val="444444"/>
                </a:solidFill>
              </a:defRPr>
            </a:pPr>
            <a:r>
              <a:t>• 非谐效应主导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工作三总结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000000"/>
            <a:ext cx="110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主要成果：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1. 识别6支拉曼活性声子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4支线性声子：A₁¹, A₂¹, E₂¹, E₂²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2支手性声子：E₁², E₂²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DFT计算验证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2. 揭示手性声子特性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能翻转入射光圆偏振态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来源于非零赝角动量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首次在同一体系对比线性/手性声子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3. 发现巨大的磁光拉曼效应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线性声子 A₁¹ 在12T下旋转80°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洛伦兹力机制解释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理论拟合与实验一致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4. 手性声子磁场响应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无显著能量分裂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无偏振旋转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   • 稳定的手性声子平台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意义：为手性声子功能器件与磁光器件提供实验依据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0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200" b="1">
                <a:solidFill>
                  <a:srgbClr val="FFD700"/>
                </a:solidFill>
              </a:defRPr>
            </a:pPr>
            <a:r>
              <a:t>研究成果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0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论文状态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7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Chiral Phonons and Giant Magneto-Optical Raman Effect 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in Chiral Antiferromagnet CoNb₃S₆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在投/待发表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第一作者：杨浩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